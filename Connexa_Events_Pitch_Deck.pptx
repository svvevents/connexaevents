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image" Target="../media/image-2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669280" cy="5669280"/>
          </a:xfrm>
          <a:prstGeom prst="ellipse">
            <a:avLst/>
          </a:prstGeom>
          <a:solidFill>
            <a:srgbClr val="22D3C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2D3C5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206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B2B EVENT PLATFORM PITCH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Connexa Events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structured B2B matchmaking, exhibitor floor plans, budget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and event communications — one connected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4846320"/>
            <a:ext cx="29260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B9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 PROSPECTIVE PARTNER  ·  CONFIDENTIAL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tech is a five-tool tax on every event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B2B event platforms force a choice: pay enterprise prices for matchmaking, or stitch together point solutions yourself.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EEF1F4"/>
          </a:solidFill>
          <a:ln/>
        </p:spPr>
      </p:sp>
      <p:pic>
        <p:nvPicPr>
          <p:cNvPr id="6" name="Image 0" descr="C:\Users\saara\AppData\Local\Temp\claude\C--Users-saara-clasp-codelab-clasp-codelab-connexaevents\de75146c-ac9c-47f3-ad63-4bf7ed9600fb\scratchpad\deck\icons\users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23744"/>
            <a:ext cx="438912" cy="438912"/>
          </a:xfrm>
          <a:prstGeom prst="rect">
            <a:avLst/>
          </a:prstGeom>
        </p:spPr>
      </p:pic>
      <p:pic>
        <p:nvPicPr>
          <p:cNvPr id="7" name="Image 1" descr="C:\Users\saara\AppData\Local\Temp\claude\C--Users-saara-clasp-codelab-clasp-codelab-connexaevents\de75146c-ac9c-47f3-ad63-4bf7ed9600fb\scratchpad\deck\icons\x_d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1945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tool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755648" y="2542032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971800" y="2286000"/>
            <a:ext cx="914400" cy="914400"/>
          </a:xfrm>
          <a:prstGeom prst="ellipse">
            <a:avLst/>
          </a:prstGeom>
          <a:solidFill>
            <a:srgbClr val="EEF1F4"/>
          </a:solidFill>
          <a:ln/>
        </p:spPr>
      </p:sp>
      <p:pic>
        <p:nvPicPr>
          <p:cNvPr id="11" name="Image 2" descr="C:\Users\saara\AppData\Local\Temp\claude\C--Users-saara-clasp-codelab-clasp-codelab-connexaevents\de75146c-ac9c-47f3-ad63-4bf7ed9600fb\scratchpad\deck\icons\handshake_mu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523744"/>
            <a:ext cx="438912" cy="438912"/>
          </a:xfrm>
          <a:prstGeom prst="rect">
            <a:avLst/>
          </a:prstGeom>
        </p:spPr>
      </p:pic>
      <p:pic>
        <p:nvPicPr>
          <p:cNvPr id="12" name="Image 3" descr="C:\Users\saara\AppData\Local\Temp\claude\C--Users-saara-clasp-codelab-clasp-codelab-connexaevents\de75146c-ac9c-47f3-ad63-4bf7ed9600fb\scratchpad\deck\icons\x_da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194560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5176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B2B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vendor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904488" y="2542032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5120640" y="2286000"/>
            <a:ext cx="914400" cy="914400"/>
          </a:xfrm>
          <a:prstGeom prst="ellipse">
            <a:avLst/>
          </a:prstGeom>
          <a:solidFill>
            <a:srgbClr val="EEF1F4"/>
          </a:solidFill>
          <a:ln/>
        </p:spPr>
      </p:sp>
      <p:pic>
        <p:nvPicPr>
          <p:cNvPr id="16" name="Image 4" descr="C:\Users\saara\AppData\Local\Temp\claude\C--Users-saara-clasp-codelab-clasp-codelab-connexaevents\de75146c-ac9c-47f3-ad63-4bf7ed9600fb\scratchpad\deck\icons\grid_mut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2523744"/>
            <a:ext cx="438912" cy="438912"/>
          </a:xfrm>
          <a:prstGeom prst="rect">
            <a:avLst/>
          </a:prstGeom>
        </p:spPr>
      </p:pic>
      <p:pic>
        <p:nvPicPr>
          <p:cNvPr id="17" name="Image 5" descr="C:\Users\saara\AppData\Local\Temp\claude\C--Users-saara-clasp-codelab-clasp-codelab-connexaevents\de75146c-ac9c-47f3-ad63-4bf7ed9600fb\scratchpad\deck\icons\x_dan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2194560"/>
            <a:ext cx="384048" cy="3840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0060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for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/ booths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053328" y="2542032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2"/>
          <p:cNvSpPr/>
          <p:nvPr/>
        </p:nvSpPr>
        <p:spPr>
          <a:xfrm>
            <a:off x="7269480" y="2286000"/>
            <a:ext cx="914400" cy="914400"/>
          </a:xfrm>
          <a:prstGeom prst="ellipse">
            <a:avLst/>
          </a:prstGeom>
          <a:solidFill>
            <a:srgbClr val="EEF1F4"/>
          </a:solidFill>
          <a:ln/>
        </p:spPr>
      </p:sp>
      <p:pic>
        <p:nvPicPr>
          <p:cNvPr id="21" name="Image 6" descr="C:\Users\saara\AppData\Local\Temp\claude\C--Users-saara-clasp-codelab-clasp-codelab-connexaevents\de75146c-ac9c-47f3-ad63-4bf7ed9600fb\scratchpad\deck\icons\dollar_mut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2523744"/>
            <a:ext cx="438912" cy="438912"/>
          </a:xfrm>
          <a:prstGeom prst="rect">
            <a:avLst/>
          </a:prstGeom>
        </p:spPr>
      </p:pic>
      <p:pic>
        <p:nvPicPr>
          <p:cNvPr id="22" name="Image 7" descr="C:\Users\saara\AppData\Local\Temp\claude\C--Users-saara-clasp-codelab-clasp-codelab-connexaevents\de75146c-ac9c-47f3-ad63-4bf7ed9600fb\scratchpad\deck\icons\x_dang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272" y="2194560"/>
            <a:ext cx="384048" cy="38404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for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payments</a:t>
            </a:r>
            <a:endParaRPr lang="en-US" sz="1100" dirty="0"/>
          </a:p>
        </p:txBody>
      </p:sp>
      <p:sp>
        <p:nvSpPr>
          <p:cNvPr id="24" name="Text 14"/>
          <p:cNvSpPr/>
          <p:nvPr/>
        </p:nvSpPr>
        <p:spPr>
          <a:xfrm>
            <a:off x="8202168" y="2542032"/>
            <a:ext cx="11978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6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Shape 15"/>
          <p:cNvSpPr/>
          <p:nvPr/>
        </p:nvSpPr>
        <p:spPr>
          <a:xfrm>
            <a:off x="9418320" y="2286000"/>
            <a:ext cx="914400" cy="914400"/>
          </a:xfrm>
          <a:prstGeom prst="ellipse">
            <a:avLst/>
          </a:prstGeom>
          <a:solidFill>
            <a:srgbClr val="EEF1F4"/>
          </a:solidFill>
          <a:ln/>
        </p:spPr>
      </p:sp>
      <p:pic>
        <p:nvPicPr>
          <p:cNvPr id="26" name="Image 8" descr="C:\Users\saara\AppData\Local\Temp\claude\C--Users-saara-clasp-codelab-clasp-codelab-connexaevents\de75146c-ac9c-47f3-ad63-4bf7ed9600fb\scratchpad\deck\icons\mail_mut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064" y="2523744"/>
            <a:ext cx="438912" cy="438912"/>
          </a:xfrm>
          <a:prstGeom prst="rect">
            <a:avLst/>
          </a:prstGeom>
        </p:spPr>
      </p:pic>
      <p:pic>
        <p:nvPicPr>
          <p:cNvPr id="27" name="Image 9" descr="C:\Users\saara\AppData\Local\Temp\claude\C--Users-saara-clasp-codelab-clasp-codelab-connexaevents\de75146c-ac9c-47f3-ad63-4bf7ed9600fb\scratchpad\deck\icons\x_dan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0112" y="2194560"/>
            <a:ext cx="384048" cy="38404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9098280" y="332841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 or similar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comms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822960" y="4343400"/>
            <a:ext cx="10515600" cy="1508760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1143000" y="45262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attendee data, manual reconciliation between systems, no single view of an event's health, and license fees for matchmaking sophistication that most mid-market teams can't justify — before a single attendee has registered.</a:t>
            </a:r>
            <a:endParaRPr lang="en-US" sz="1450" dirty="0"/>
          </a:p>
        </p:txBody>
      </p:sp>
      <p:sp>
        <p:nvSpPr>
          <p:cNvPr id="3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32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669280" cy="5669280"/>
          </a:xfrm>
          <a:prstGeom prst="ellipse">
            <a:avLst/>
          </a:prstGeom>
          <a:solidFill>
            <a:srgbClr val="22D3C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2D3C5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3749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9692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that runs the </a:t>
            </a:r>
            <a:pPr indent="0" marL="0">
              <a:lnSpc>
                <a:spcPct val="128000"/>
              </a:lnSpc>
              <a:buNone/>
            </a:pPr>
            <a:r>
              <a:rPr lang="en-US" sz="2500" i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entire</a:t>
            </a:r>
            <a:pPr indent="0" marL="0">
              <a:lnSpc>
                <a:spcPct val="128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lifecycle of a B2B event — from registration through structured buyer-supplier matchmaking, exhibitor floor plans, and budget close-out — deployed on infrastructure you already own, at a fraction of what enterprise event platforms charge for the same sophistication.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5213A"/>
          </a:solidFill>
          <a:ln w="12700">
            <a:solidFill>
              <a:srgbClr val="3240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6402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replacing 5+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solutions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5213A"/>
          </a:solidFill>
          <a:ln w="12700">
            <a:solidFill>
              <a:srgbClr val="324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476402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34840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— not the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enterprise tools need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4617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5213A"/>
          </a:solidFill>
          <a:ln w="12700">
            <a:solidFill>
              <a:srgbClr val="3240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4764024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D3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92440" y="5394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your data,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every event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shares the same event, attendee, and company data — nothing to reconcile between tools.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C:\Users\saara\AppData\Local\Temp\claude\C--Users-saara-clasp-codelab-clasp-codelab-connexaevents\de75146c-ac9c-47f3-ad63-4bf7ed9600fb\scratchpad\deck\icons\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220644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Event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17296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events nesting curated sessions, exhibitions &amp; B2B meetings — each with its own capacity &amp; pricing.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9272" y="18745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2075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C:\Users\saara\AppData\Local\Temp\claude\C--Users-saara-clasp-codelab-clasp-codelab-connexaevents\de75146c-ac9c-47f3-ad63-4bf7ed9600fb\scratchpad\deck\icons\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199" y="220644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02152" y="317296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multi-attendee registration, dynamic fields, company auto-fill, dietary tracking.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9904" y="18745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2075688"/>
            <a:ext cx="502920" cy="502920"/>
          </a:xfrm>
          <a:prstGeom prst="ellipse">
            <a:avLst/>
          </a:prstGeom>
          <a:solidFill>
            <a:srgbClr val="6C4FA0"/>
          </a:solidFill>
          <a:ln/>
        </p:spPr>
      </p:sp>
      <p:pic>
        <p:nvPicPr>
          <p:cNvPr id="17" name="Image 2" descr="C:\Users\saara\AppData\Local\Temp\claude\C--Users-saara-clasp-codelab-clasp-codelab-connexaevents\de75146c-ac9c-47f3-ad63-4bf7ed9600fb\scratchpad\deck\icons\handshak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831" y="220644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72784" y="317296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buyer/supplier preferences, automatic allocation, per-attendee meeting itinerary.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860536" y="187452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61704" y="2075688"/>
            <a:ext cx="502920" cy="50292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2" name="Image 3" descr="C:\Users\saara\AppData\Local\Temp\claude\C--Users-saara-clasp-codelab-clasp-codelab-connexaevents\de75146c-ac9c-47f3-ad63-4bf7ed9600fb\scratchpad\deck\icons\checksqu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463" y="2206447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43416" y="26974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43416" y="317296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pre-event tasks with deadline reminders and completion dashboards.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40233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4224528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7" name="Image 4" descr="C:\Users\saara\AppData\Local\Temp\claude\C--Users-saara-clasp-codelab-clasp-codelab-connexaevents\de75146c-ac9c-47f3-ad63-4bf7ed9600fb\scratchpad\deck\icons\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4355287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&amp;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Exhibitors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31520" y="53218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booth designer, tiered asset pricing, bulk seat generation.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319272" y="40233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20440" y="4224528"/>
            <a:ext cx="502920" cy="50292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32" name="Image 5" descr="C:\Users\saara\AppData\Local\Temp\claude\C--Users-saara-clasp-codelab-clasp-codelab-connexaevents\de75146c-ac9c-47f3-ad63-4bf7ed9600fb\scratchpad\deck\icons\doll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199" y="4355287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02152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02152" y="53218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order ledger, planned-vs-actual budget lines, payment status.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89904" y="40233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91072" y="4224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6" descr="C:\Users\saara\AppData\Local\Temp\claude\C--Users-saara-clasp-codelab-clasp-codelab-connexaevents\de75146c-ac9c-47f3-ad63-4bf7ed9600fb\scratchpad\deck\icons\mai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1831" y="4355287"/>
            <a:ext cx="241402" cy="2414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272784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272784" y="53218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templates, merge-tag personalization, automated &amp; audience-targeted sends.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8860536" y="402336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061704" y="422452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2" name="Image 7" descr="C:\Users\saara\AppData\Local\Temp\claude\C--Users-saara-clasp-codelab-clasp-codelab-connexaevents\de75146c-ac9c-47f3-ad63-4bf7ed9600fb\scratchpad\deck\icons\barcha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2463" y="4355287"/>
            <a:ext cx="241402" cy="24140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043416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Command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043416" y="53218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across every event — registrations, revenue, milestone health.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attendee experience people don't need onboarding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773936"/>
            <a:ext cx="6419088" cy="4590288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C:\Users\saara\AppData\Local\Temp\claude\C--Users-saara-clasp-codelab-clasp-codelab-connexaevents\de75146c-ac9c-47f3-ad63-4bf7ed9600fb\scratchpad\mockups\1_my_ev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3093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20025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1892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"My Events" home for every event, sub-session, and booth an attendee is part of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69480" y="28529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743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registration — register yourself and colleagues in one pass, with live company auto-fill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370332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35935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(upload files, confirm info, set preferences) tracked with due dates, right where attendees already are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69480" y="4553712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444398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events group curated sessions &amp; exhibitions under one registration, each with independent capacity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B2B matchmaking, built in — not bolted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911096"/>
            <a:ext cx="5641848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C:\Users\saara\AppData\Local\Temp\claude\C--Users-saara-clasp-codelab-clasp-codelab-connexaevents\de75146c-ac9c-47f3-ad63-4bf7ed9600fb\scratchpad\mockups\2_matchma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65960"/>
            <a:ext cx="553212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42062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206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PREFERENCES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00216" y="1911096"/>
            <a:ext cx="5367528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9" name="Image 1" descr="C:\Users\saara\AppData\Local\Temp\claude\C--Users-saara-clasp-codelab-clasp-codelab-connexaevents\de75146c-ac9c-47f3-ad63-4bf7ed9600fb\scratchpad\mockups\3_itinera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965960"/>
            <a:ext cx="5257800" cy="2148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4206240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6537960" y="4206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YOUR ITINERARY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2960" y="48828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6C4FA0"/>
          </a:solidFill>
          <a:ln/>
        </p:spPr>
      </p:sp>
      <p:sp>
        <p:nvSpPr>
          <p:cNvPr id="13" name="Text 9"/>
          <p:cNvSpPr/>
          <p:nvPr/>
        </p:nvSpPr>
        <p:spPr>
          <a:xfrm>
            <a:off x="1051560" y="476402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browse the opposite side of the market (buyers see suppliers, and vice versa) and rank who they want to meet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52669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6C4FA0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514807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allocation runs under a lock per entity — no two attendees can ever be double-booked into the same slot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5650992"/>
            <a:ext cx="91440" cy="91440"/>
          </a:xfrm>
          <a:prstGeom prst="roundRect">
            <a:avLst>
              <a:gd name="adj" fmla="val 20000"/>
            </a:avLst>
          </a:prstGeom>
          <a:solidFill>
            <a:srgbClr val="6C4FA0"/>
          </a:solidFill>
          <a:ln/>
        </p:spPr>
      </p:sp>
      <p:sp>
        <p:nvSpPr>
          <p:cNvPr id="17" name="Text 13"/>
          <p:cNvSpPr/>
          <p:nvPr/>
        </p:nvSpPr>
        <p:spPr>
          <a:xfrm>
            <a:off x="1051560" y="55321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meetings resolve into a personal itinerary with table assignments, exportable as CSV or emailed on request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6035040"/>
            <a:ext cx="91440" cy="91440"/>
          </a:xfrm>
          <a:prstGeom prst="roundRect">
            <a:avLst>
              <a:gd name="adj" fmla="val 20000"/>
            </a:avLst>
          </a:prstGeom>
          <a:solidFill>
            <a:srgbClr val="6C4FA0"/>
          </a:solidFill>
          <a:ln/>
        </p:spPr>
      </p:sp>
      <p:sp>
        <p:nvSpPr>
          <p:cNvPr id="19" name="Text 15"/>
          <p:cNvSpPr/>
          <p:nvPr/>
        </p:nvSpPr>
        <p:spPr>
          <a:xfrm>
            <a:off x="1051560" y="591616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matchmaking sophistication of enterprise platforms, without a separate vendor or a five-figure license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floor plan designer, not a seating spreadsheet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17136" y="1773936"/>
            <a:ext cx="7059168" cy="427024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C:\Users\saara\AppData\Local\Temp\claude\C--Users-saara-clasp-codelab-clasp-codelab-connexaevents\de75146c-ac9c-47f3-ad63-4bf7ed9600fb\scratchpad\mockups\5_floor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828800"/>
            <a:ext cx="69494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0482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8E04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38528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booth, decor, and landmark placement on a to-scale canvas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8E0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8803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Asset Types (Standard, Corner, Premium Island) with their own pricing, applied automatically at booking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931920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8E0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82219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"Generate Seats" lays out a full grid of booths in one action for large expo halls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873752"/>
            <a:ext cx="91440" cy="91440"/>
          </a:xfrm>
          <a:prstGeom prst="roundRect">
            <a:avLst>
              <a:gd name="adj" fmla="val 20000"/>
            </a:avLst>
          </a:prstGeom>
          <a:solidFill>
            <a:srgbClr val="D98E04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764024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availability is derived live from actual registrations — never a layout that drifts from reality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command center across every event you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773936"/>
            <a:ext cx="696772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C:\Users\saara\AppData\Local\Temp\claude\C--Users-saara-clasp-codelab-clasp-codelab-connexaevents\de75146c-ac9c-47f3-ad63-4bf7ed9600fb\scratchpad\mockups\4_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8580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21854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207568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revenue, companies represented, and milestone completion — updated in real time, no exports needed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23697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312724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drill-down into registration types, sub-event capacity, and B2B preference submission rates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42885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417880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for every live and draft event on the account — no switching tools to see the whole portfolio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communications engine that never over-sends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37176" y="1773936"/>
            <a:ext cx="6784848" cy="4087368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5" name="Image 0" descr="C:\Users\saara\AppData\Local\Temp\claude\C--Users-saara-clasp-codelab-clasp-codelab-connexaevents\de75146c-ac9c-47f3-ad63-4bf7ed9600fb\scratchpad\mockups\6_commun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828800"/>
            <a:ext cx="66751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0025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928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branded template renderer powers previews, test sends, automations, and live campaigns identically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060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Audience-targeted campaigns with registration-type, sub-event, and opt-out-aware filters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31927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triggers: registration confirmation, milestone deadline reminders, all de-duplicated automatically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142232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032504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resumable send queue respects daily quota limits and reserves headroom for critical transactional email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85546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74573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send — automated or campaign — lands in one audit log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tracking that reconciles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514600"/>
            <a:ext cx="685800" cy="68580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6" name="Image 0" descr="C:\Users\saara\AppData\Local\Temp\claude\C--Users-saara-clasp-codelab-clasp-codelab-connexaevents\de75146c-ac9c-47f3-ad63-4bf7ed9600fb\scratchpad\deck\icons\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6929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38328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Orders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9536" y="3977640"/>
            <a:ext cx="207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priced registration or allocation writes a payable order automatically — nothing to enter twice.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25146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:\Users\saara\AppData\Local\Temp\claude\C--Users-saara-clasp-codelab-clasp-codelab-connexaevents\de75146c-ac9c-47f3-ad63-4bf7ed9600fb\scratchpad\deck\icons\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6929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38328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Actual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02736" y="3977640"/>
            <a:ext cx="207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income budget lines sit alongside real order data, so variance is visible the moment it happens.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0" y="251460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C:\Users\saara\AppData\Local\Temp\claude\C--Users-saara-clasp-codelab-clasp-codelab-connexaevents\de75146c-ac9c-47f3-ad63-4bf7ed9600fb\scratchpad\deck\icons\checksqu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6929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338328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45936" y="3977640"/>
            <a:ext cx="207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orders paid as funds land — the revenue rollup on your dashboard updates immediately.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9680" y="219456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84080" y="2514600"/>
            <a:ext cx="685800" cy="6858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1" name="Image 3" descr="C:\Users\saara\AppData\Local\Temp\claude\C--Users-saara-clasp-codelab-clasp-codelab-connexaevents\de75146c-ac9c-47f3-ad63-4bf7ed9600fb\scratchpad\deck\icons\bar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388" y="26929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3383280"/>
            <a:ext cx="2185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Rollups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89136" y="3977640"/>
            <a:ext cx="207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every event's budget into one view for the whole season, not just a single event.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Connexa compares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publicly available product &amp; pricing information as of August 2026 — enterprise vendors quote scope-specific terms.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488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697480" y="2057400"/>
            <a:ext cx="1490472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87952" y="2057400"/>
            <a:ext cx="1490472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215384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78424" y="2057400"/>
            <a:ext cx="1490472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5705856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68896" y="2057400"/>
            <a:ext cx="1490472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328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Swapcard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59368" y="2057400"/>
            <a:ext cx="1490472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Brella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49840" y="2057400"/>
            <a:ext cx="1490472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177272" y="2057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Whova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5146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Matchmaking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2514600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87952" y="2514600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78424" y="2514600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3288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68896" y="2514600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59368" y="2514600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49840" y="2514600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04704" y="251460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081528"/>
            <a:ext cx="21488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08152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Exhibitor Floor Plan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97480" y="3081528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52344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87952" y="3081528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42816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78424" y="3081528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33288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68896" y="3081528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59368" y="3081528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14232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149840" y="3081528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04704" y="308152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3648456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364845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Revenue Tracking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97480" y="3648456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52344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87952" y="3648456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42816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module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78424" y="3648456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33288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168896" y="3648456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659368" y="3648456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14232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149840" y="3648456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04704" y="364845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4215384"/>
            <a:ext cx="21488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421538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Deployment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97480" y="4215384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52344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87952" y="4215384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42816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months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78424" y="4215384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33288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168896" y="4215384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0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659368" y="4215384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14232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149840" y="4215384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204704" y="421538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48640" y="4782312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478231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Transparency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697480" y="4782312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52344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tiers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187952" y="4782312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42816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Sales-quoted only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678424" y="4782312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33288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Sales-quoted only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168896" y="4782312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Sales-quoted only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659368" y="4782312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14232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per event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149840" y="4782312"/>
            <a:ext cx="1490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04704" y="47823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per event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48640" y="5349240"/>
            <a:ext cx="214884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8368" y="534924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2697480" y="5349240"/>
            <a:ext cx="1490472" cy="566928"/>
          </a:xfrm>
          <a:prstGeom prst="rect">
            <a:avLst/>
          </a:prstGeom>
          <a:solidFill>
            <a:srgbClr val="EAF1F4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52344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187952" y="5349240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42816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Vendor-hosted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678424" y="5349240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33288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Vendor-hosted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168896" y="5349240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23760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Vendor-hosted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659368" y="5349240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14232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Vendor-hosted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10149840" y="5349240"/>
            <a:ext cx="1490472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204704" y="53492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Vendor-hosted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pricing, benchmarked against the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figures compiled from public pricing pages, analyst pricing guides, and vendor review sites as of August 2026.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50876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57400" y="1828800"/>
            <a:ext cx="274320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60520" cy="3657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8288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YOU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219456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1945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$19,550–$79,000+/yr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$7–12 per registrant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$5K–50K implementation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2194560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945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event management; matchmaking is a separate priced module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615184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1518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2615184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61518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high five-figure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615184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1518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matchmaking only; ~4-month implementation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035808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03580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Swapcard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57400" y="3035808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8840" y="30358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$610/event (engagement)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(registration &amp; mgmt)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3035808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3580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&amp; networking; full reg+mgmt platform quoted separately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456432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5643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Brella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57400" y="345643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34564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per-attendee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consulting fees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456432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5643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Matchmaking, priced per event; portfolio discounts at scale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877056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7705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Whova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57400" y="3877056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387705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$500–$1,000+ base/event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+ 3% + $0.99 per paid ticket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3877056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7705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event app; no structured B2B matchmaking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29768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29768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Eventbrite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057400" y="4297680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429768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 + $1.79 + 2.9%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paid ticket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4297680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29768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only — no matchmaking, floor plan, or budget tools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4882896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0017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 — RECOMMENDED PRICING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" y="52669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77240" y="5522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 / event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7240" y="58430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300 attendees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milestones, comms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29000" y="52669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429000" y="5522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$4,500 / event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29000" y="58430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 attendees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B2B matchmaking, floor plan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080760" y="52669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080760" y="552297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$15,000 / yr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080760" y="58430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attendees, 6+ events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choose Connexa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C:\Users\saara\AppData\Local\Temp\claude\C--Users-saara-clasp-codelab-clasp-codelab-connexaevents\de75146c-ac9c-47f3-ad63-4bf7ed9600fb\scratchpad\deck\icons\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677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sophistication, mid-market price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buyer/supplier matching enterprise platforms charge five-figure licenses for, at a fraction of the cost.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2148840"/>
            <a:ext cx="457200" cy="457200"/>
          </a:xfrm>
          <a:prstGeom prst="ellipse">
            <a:avLst/>
          </a:prstGeom>
          <a:solidFill>
            <a:srgbClr val="6C4FA0"/>
          </a:solidFill>
          <a:ln/>
        </p:spPr>
      </p:sp>
      <p:pic>
        <p:nvPicPr>
          <p:cNvPr id="11" name="Image 1" descr="C:\Users\saara\AppData\Local\Temp\claude\C--Users-saara-clasp-codelab-clasp-codelab-connexaevents\de75146c-ac9c-47f3-ad63-4bf7ed9600fb\scratchpad\deck\icons\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2677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not five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34840" y="27706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matchmaking, floor plan, budget, and comms share one data model — nothing to reconcile.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21488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C:\Users\saara\AppData\Local\Temp\claude\C--Users-saara-clasp-codelab-clasp-codelab-connexaevents\de75146c-ac9c-47f3-ad63-4bf7ed9600fb\scratchpad\deck\icons\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2677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data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38160" y="277063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the Google Workspace you already have — full export, no vendor lock-in.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1" name="Image 3" descr="C:\Users\saara\AppData\Local\Temp\claude\C--Users-saara-clasp-codelab-clasp-codelab-connexaevents\de75146c-ac9c-47f3-ad63-4bf7ed9600fb\scratchpad\deck\icons\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422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05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deploy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" y="46451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months-long enterprise implementation cycle — configure your event types and go live.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8404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434840" y="40233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C:\Users\saara\AppData\Local\Temp\claude\C--Users-saara-clasp-codelab-clasp-codelab-connexaevents\de75146c-ac9c-47f3-ad63-4bf7ed9600fb\scratchpad\deck\icons\checksquar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1422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4005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your event's structure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34840" y="46451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events, curated sessions, exhibitions &amp; B2B tracks configure independently — not a rigid template.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8404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023360"/>
            <a:ext cx="457200" cy="457200"/>
          </a:xfrm>
          <a:prstGeom prst="ellipse">
            <a:avLst/>
          </a:prstGeom>
          <a:solidFill>
            <a:srgbClr val="22D3C5"/>
          </a:solidFill>
          <a:ln/>
        </p:spPr>
      </p:sp>
      <p:pic>
        <p:nvPicPr>
          <p:cNvPr id="31" name="Image 5" descr="C:\Users\saara\AppData\Local\Temp\claude\C--Users-saara-clasp-codelab-clasp-codelab-connexaevents\de75146c-ac9c-47f3-ad63-4bf7ed9600fb\scratchpad\deck\icons\bar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41422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32520" y="4005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center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38160" y="46451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every KPI, one real-time dashboard — for the organizer and the sponsor alike.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669280" cy="5669280"/>
          </a:xfrm>
          <a:prstGeom prst="ellipse">
            <a:avLst/>
          </a:prstGeom>
          <a:solidFill>
            <a:srgbClr val="22D3C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2D3C5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206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design your next event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Connexa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configure your event structure, matchmaking flow, and floor plan together — and have a working pilot ready to walk through live.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6344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Scoping 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97480" y="466344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6C4FA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4663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Working pilot on your first event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46634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6634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Go live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 EVENTS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2026-08-03T19:50:09Z</dcterms:created>
  <dcterms:modified xsi:type="dcterms:W3CDTF">2026-08-03T19:50:09Z</dcterms:modified>
</cp:coreProperties>
</file>